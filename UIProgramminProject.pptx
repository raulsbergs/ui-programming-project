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gals" userId="ac8a1a30af455a54" providerId="LiveId" clId="{B257E8A9-D2B4-4148-80B9-8DE64DA1AC6A}"/>
    <pc:docChg chg="modSld">
      <pc:chgData name="Roogals" userId="ac8a1a30af455a54" providerId="LiveId" clId="{B257E8A9-D2B4-4148-80B9-8DE64DA1AC6A}" dt="2021-03-16T09:32:22.476" v="1" actId="729"/>
      <pc:docMkLst>
        <pc:docMk/>
      </pc:docMkLst>
      <pc:sldChg chg="mod modShow">
        <pc:chgData name="Roogals" userId="ac8a1a30af455a54" providerId="LiveId" clId="{B257E8A9-D2B4-4148-80B9-8DE64DA1AC6A}" dt="2021-03-16T09:32:22.476" v="1" actId="729"/>
        <pc:sldMkLst>
          <pc:docMk/>
          <pc:sldMk cId="3222198914" sldId="256"/>
        </pc:sldMkLst>
      </pc:sldChg>
      <pc:sldChg chg="mod modShow">
        <pc:chgData name="Roogals" userId="ac8a1a30af455a54" providerId="LiveId" clId="{B257E8A9-D2B4-4148-80B9-8DE64DA1AC6A}" dt="2021-03-16T09:32:19.741" v="0" actId="729"/>
        <pc:sldMkLst>
          <pc:docMk/>
          <pc:sldMk cId="683020648"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4F3BD-4A31-4E40-8C45-7B74088C56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34920333-D75C-464A-9B6A-65DCED4FA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9A93859E-BAFC-496A-8C79-2BFAB0D6C46B}"/>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EA12E9B5-C76D-4A29-9076-55248A1EA68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B7BDC32-2DF9-4058-9398-C77D016ADBC4}"/>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437461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D35A4-E5DA-4CCD-BE5E-892051C4D31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09DDFAA-C0CB-4AFE-B29D-2A6A1D5AB3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F8478EB-6133-4A51-8535-B9E89D3DBC3E}"/>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5D26A9D6-69D6-4A58-B63A-A2B7A48311D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5F4B3E3-62D6-4ECE-933D-BD0A4094F963}"/>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296014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8B58B-67D9-4EB2-A2B9-D375A99825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5CC79E9D-9E6F-4936-90A9-F18DA80510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9FE4A2-162A-4A14-AEFA-E5F570660B02}"/>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0CC8FA78-EF98-4273-A765-DB644C407CC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039C4C7-942B-4E79-822C-BDD373A2C236}"/>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347718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2DB6-8EEE-4B12-8DA7-A0ECFCA52767}"/>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C9AA2F5-1EC1-406A-B370-B915898672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4F7E47F6-FCD6-4F14-81C0-125C88C09F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AEFD4A36-19D6-446A-9FED-5FF241CB682E}"/>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6" name="Footer Placeholder 5">
            <a:extLst>
              <a:ext uri="{FF2B5EF4-FFF2-40B4-BE49-F238E27FC236}">
                <a16:creationId xmlns:a16="http://schemas.microsoft.com/office/drawing/2014/main" id="{597C7401-069C-4BEA-95B3-0883E0D1EE8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3C51093-5EBC-4D99-A53E-174369827AF4}"/>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3396503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CDEC8-6821-4EA5-A0B5-1156C8ECC41E}"/>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008B08A-841C-434C-9A21-51C4677BFF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A7295C-7DF0-4E08-8A02-012C6F8D7C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CB8BCA46-BA3F-4731-BA34-8E176E47A3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F6DDA1-E13B-43D7-AA27-024900538D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E7A83DB1-A834-4E20-BEF2-867B38A48D9B}"/>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8" name="Footer Placeholder 7">
            <a:extLst>
              <a:ext uri="{FF2B5EF4-FFF2-40B4-BE49-F238E27FC236}">
                <a16:creationId xmlns:a16="http://schemas.microsoft.com/office/drawing/2014/main" id="{5D0A56CF-9E6A-4C68-A80C-0CF2F3E71885}"/>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C758A78B-41A8-456C-95C2-264A3447874C}"/>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547827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EC33-E92A-4C5E-BF09-F2EF800263F5}"/>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63D8D53B-9904-4BCD-B698-58D4412A9B46}"/>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4" name="Footer Placeholder 3">
            <a:extLst>
              <a:ext uri="{FF2B5EF4-FFF2-40B4-BE49-F238E27FC236}">
                <a16:creationId xmlns:a16="http://schemas.microsoft.com/office/drawing/2014/main" id="{F34343C8-F4C9-458A-897C-95ADD3C6160C}"/>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896665E3-3E78-4717-9457-887A841F98D6}"/>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1550763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78A4F-7144-4642-B23F-0E578512E902}"/>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3" name="Footer Placeholder 2">
            <a:extLst>
              <a:ext uri="{FF2B5EF4-FFF2-40B4-BE49-F238E27FC236}">
                <a16:creationId xmlns:a16="http://schemas.microsoft.com/office/drawing/2014/main" id="{7F165862-0B41-477F-A525-87D286937FEB}"/>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E371C406-F84E-4402-9C9E-1382097FD939}"/>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1175589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97136-23E8-4A6C-A17C-66C01DFC20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E8DD8F92-46C0-47E9-B2F4-DC1D0CB190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07F86D02-B9C3-42BE-BE4F-B67C38DB4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816FDE-F6DC-48FA-A4CD-917CEB23DFF4}"/>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6" name="Footer Placeholder 5">
            <a:extLst>
              <a:ext uri="{FF2B5EF4-FFF2-40B4-BE49-F238E27FC236}">
                <a16:creationId xmlns:a16="http://schemas.microsoft.com/office/drawing/2014/main" id="{24B261CC-4396-4306-89E9-50A4D16F8E2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A7AE1FD-7770-4B3E-890A-83B2FCC7CB3F}"/>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99029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C403-DD59-47BA-9397-3F5AF4E27C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96F1ECC4-82A7-434F-9849-02A95B93C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861E1005-227E-4C0C-9D71-738C6EA3A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73408-83C4-420B-B31E-D6E5082E60AF}"/>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6" name="Footer Placeholder 5">
            <a:extLst>
              <a:ext uri="{FF2B5EF4-FFF2-40B4-BE49-F238E27FC236}">
                <a16:creationId xmlns:a16="http://schemas.microsoft.com/office/drawing/2014/main" id="{FDC67940-E140-43EF-83FB-A7D022A22385}"/>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E1B8E4B-BF81-43F0-8E9C-E36C702677E8}"/>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1789710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90DB3-C317-459D-8913-E22FDB9652BC}"/>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9B3F7C-6186-4CD5-95EC-48B0874A74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A422D5-8159-475E-80C4-2E89782C664C}"/>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3E09A06C-CB57-4BBC-A5C2-20E390FD9A2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53FAB21-194E-4C29-9E6A-0AB040511CA0}"/>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3033553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4A382F-5946-4704-817A-33E9FEC9A2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09C2814-3CD5-4E02-B871-D1CEC67ED0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F65DDA7B-3106-41C0-B74D-5ACA48899F60}"/>
              </a:ext>
            </a:extLst>
          </p:cNvPr>
          <p:cNvSpPr>
            <a:spLocks noGrp="1"/>
          </p:cNvSpPr>
          <p:nvPr>
            <p:ph type="dt" sz="half" idx="10"/>
          </p:nvPr>
        </p:nvSpPr>
        <p:spPr/>
        <p:txBody>
          <a:body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165FA95F-BA21-49CE-9700-890749D90FD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6A41128-FA31-4B66-AD52-2B4E057FD000}"/>
              </a:ext>
            </a:extLst>
          </p:cNvPr>
          <p:cNvSpPr>
            <a:spLocks noGrp="1"/>
          </p:cNvSpPr>
          <p:nvPr>
            <p:ph type="sldNum" sz="quarter" idx="12"/>
          </p:nvPr>
        </p:nvSpPr>
        <p:spPr/>
        <p:txBody>
          <a:bodyPr/>
          <a:lstStyle/>
          <a:p>
            <a:fld id="{C814F7AA-9741-47DF-97CD-2DED9DFB582A}" type="slidenum">
              <a:rPr lang="en-IE" smtClean="0"/>
              <a:t>‹#›</a:t>
            </a:fld>
            <a:endParaRPr lang="en-IE"/>
          </a:p>
        </p:txBody>
      </p:sp>
    </p:spTree>
    <p:extLst>
      <p:ext uri="{BB962C8B-B14F-4D97-AF65-F5344CB8AC3E}">
        <p14:creationId xmlns:p14="http://schemas.microsoft.com/office/powerpoint/2010/main" val="2276913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1B6DF7-6DD6-49FA-AA2A-FC72EDAD6F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F2FE485-3FD3-4827-B962-9BF692C285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29FC3AF-AA92-4E3C-BA42-D97EBE5EB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EF931-77CD-4CC8-9594-01F542B18DE2}" type="datetimeFigureOut">
              <a:rPr lang="en-IE" smtClean="0"/>
              <a:t>16/03/2021</a:t>
            </a:fld>
            <a:endParaRPr lang="en-IE"/>
          </a:p>
        </p:txBody>
      </p:sp>
      <p:sp>
        <p:nvSpPr>
          <p:cNvPr id="5" name="Footer Placeholder 4">
            <a:extLst>
              <a:ext uri="{FF2B5EF4-FFF2-40B4-BE49-F238E27FC236}">
                <a16:creationId xmlns:a16="http://schemas.microsoft.com/office/drawing/2014/main" id="{6F0833C4-0D99-456F-B3AE-50A31F4267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A40E7B77-EC8A-42FA-9864-69F0B70499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14F7AA-9741-47DF-97CD-2DED9DFB582A}" type="slidenum">
              <a:rPr lang="en-IE" smtClean="0"/>
              <a:t>‹#›</a:t>
            </a:fld>
            <a:endParaRPr lang="en-IE"/>
          </a:p>
        </p:txBody>
      </p:sp>
    </p:spTree>
    <p:extLst>
      <p:ext uri="{BB962C8B-B14F-4D97-AF65-F5344CB8AC3E}">
        <p14:creationId xmlns:p14="http://schemas.microsoft.com/office/powerpoint/2010/main" val="3426818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DA1A2E9-63FE-408D-A803-8E306ECAB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8997696"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0404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4CD4BF-7434-40D2-BFFE-590B561D0121}"/>
              </a:ext>
            </a:extLst>
          </p:cNvPr>
          <p:cNvSpPr>
            <a:spLocks noGrp="1"/>
          </p:cNvSpPr>
          <p:nvPr>
            <p:ph type="ctrTitle"/>
          </p:nvPr>
        </p:nvSpPr>
        <p:spPr>
          <a:xfrm>
            <a:off x="1100669" y="1111086"/>
            <a:ext cx="7690104" cy="2623885"/>
          </a:xfrm>
        </p:spPr>
        <p:txBody>
          <a:bodyPr anchor="ctr">
            <a:normAutofit/>
          </a:bodyPr>
          <a:lstStyle/>
          <a:p>
            <a:pPr algn="l"/>
            <a:r>
              <a:rPr lang="en-IE" sz="6600">
                <a:solidFill>
                  <a:srgbClr val="FFFFFF"/>
                </a:solidFill>
              </a:rPr>
              <a:t>UI-Programming Project</a:t>
            </a:r>
          </a:p>
        </p:txBody>
      </p:sp>
      <p:sp>
        <p:nvSpPr>
          <p:cNvPr id="12" name="Rectangle 11">
            <a:extLst>
              <a:ext uri="{FF2B5EF4-FFF2-40B4-BE49-F238E27FC236}">
                <a16:creationId xmlns:a16="http://schemas.microsoft.com/office/drawing/2014/main" id="{FBE9F90C-C163-435B-9A68-D15C92D1C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21269"/>
            <a:ext cx="11277600" cy="1877811"/>
          </a:xfrm>
          <a:prstGeom prst="rect">
            <a:avLst/>
          </a:prstGeom>
          <a:solidFill>
            <a:srgbClr val="7F7F7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5E36CF72-C950-4731-9A43-B5B2453323A2}"/>
              </a:ext>
            </a:extLst>
          </p:cNvPr>
          <p:cNvSpPr>
            <a:spLocks noGrp="1"/>
          </p:cNvSpPr>
          <p:nvPr>
            <p:ph type="subTitle" idx="1"/>
          </p:nvPr>
        </p:nvSpPr>
        <p:spPr>
          <a:xfrm>
            <a:off x="1079499" y="4843002"/>
            <a:ext cx="10012680" cy="1234345"/>
          </a:xfrm>
        </p:spPr>
        <p:txBody>
          <a:bodyPr anchor="ctr">
            <a:normAutofit/>
          </a:bodyPr>
          <a:lstStyle/>
          <a:p>
            <a:pPr algn="l"/>
            <a:r>
              <a:rPr lang="en-IE" sz="2600">
                <a:solidFill>
                  <a:srgbClr val="1B1B1B"/>
                </a:solidFill>
              </a:rPr>
              <a:t>By Rauls Bergs</a:t>
            </a:r>
          </a:p>
        </p:txBody>
      </p:sp>
      <p:sp>
        <p:nvSpPr>
          <p:cNvPr id="14" name="Rectangle 13">
            <a:extLst>
              <a:ext uri="{FF2B5EF4-FFF2-40B4-BE49-F238E27FC236}">
                <a16:creationId xmlns:a16="http://schemas.microsoft.com/office/drawing/2014/main" id="{1A882A9F-F4E9-4E23-8F0B-20B5DF42E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9345" y="450221"/>
            <a:ext cx="2115455" cy="1890204"/>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Graphic 6" descr="Web Design">
            <a:extLst>
              <a:ext uri="{FF2B5EF4-FFF2-40B4-BE49-F238E27FC236}">
                <a16:creationId xmlns:a16="http://schemas.microsoft.com/office/drawing/2014/main" id="{E0CB90CB-C58B-4434-B226-86F5F70F21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57725" y="2612676"/>
            <a:ext cx="1632648" cy="1632648"/>
          </a:xfrm>
          <a:prstGeom prst="rect">
            <a:avLst/>
          </a:prstGeom>
        </p:spPr>
      </p:pic>
    </p:spTree>
    <p:extLst>
      <p:ext uri="{BB962C8B-B14F-4D97-AF65-F5344CB8AC3E}">
        <p14:creationId xmlns:p14="http://schemas.microsoft.com/office/powerpoint/2010/main" val="3222198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1" y="453981"/>
            <a:ext cx="11274158"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DB967E1-5E0A-44B9-81E0-55D3D08D274A}"/>
              </a:ext>
            </a:extLst>
          </p:cNvPr>
          <p:cNvSpPr>
            <a:spLocks noGrp="1"/>
          </p:cNvSpPr>
          <p:nvPr>
            <p:ph type="title"/>
          </p:nvPr>
        </p:nvSpPr>
        <p:spPr>
          <a:xfrm>
            <a:off x="731519" y="731520"/>
            <a:ext cx="10666145" cy="1426464"/>
          </a:xfrm>
        </p:spPr>
        <p:txBody>
          <a:bodyPr>
            <a:normAutofit/>
          </a:bodyPr>
          <a:lstStyle/>
          <a:p>
            <a:r>
              <a:rPr lang="en-IE">
                <a:solidFill>
                  <a:srgbClr val="FFFFFF"/>
                </a:solidFill>
              </a:rPr>
              <a:t>Short Description</a:t>
            </a:r>
          </a:p>
        </p:txBody>
      </p:sp>
      <p:sp>
        <p:nvSpPr>
          <p:cNvPr id="15" name="Rectangle 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9006933"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BAFC18B-E357-49A1-AA8F-9322FEF7CA4D}"/>
              </a:ext>
            </a:extLst>
          </p:cNvPr>
          <p:cNvSpPr>
            <a:spLocks noGrp="1"/>
          </p:cNvSpPr>
          <p:nvPr>
            <p:ph idx="1"/>
          </p:nvPr>
        </p:nvSpPr>
        <p:spPr>
          <a:xfrm>
            <a:off x="789456" y="2789918"/>
            <a:ext cx="8370393" cy="3300196"/>
          </a:xfrm>
        </p:spPr>
        <p:txBody>
          <a:bodyPr anchor="ctr">
            <a:normAutofit/>
          </a:bodyPr>
          <a:lstStyle/>
          <a:p>
            <a:r>
              <a:rPr lang="en-IE" sz="2600"/>
              <a:t>Name of the Game: Warrior on a Killing Spree</a:t>
            </a:r>
          </a:p>
          <a:p>
            <a:r>
              <a:rPr lang="en-IE" sz="2600"/>
              <a:t>About the Game: The player will have a sword , shield and heal ability at their disposal to defeat the enemies. Killing enemies will grant them coins to increase the effectiveness of their skills. The objective is to kill 10 rounds of enemies to win the game.</a:t>
            </a: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2480956"/>
            <a:ext cx="2112264"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5716" y="4529023"/>
            <a:ext cx="2107363"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68302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A084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DC538B-C8B8-41C7-9BC8-B1FF31AA4D25}"/>
              </a:ext>
            </a:extLst>
          </p:cNvPr>
          <p:cNvSpPr>
            <a:spLocks noGrp="1"/>
          </p:cNvSpPr>
          <p:nvPr>
            <p:ph type="title"/>
          </p:nvPr>
        </p:nvSpPr>
        <p:spPr>
          <a:xfrm>
            <a:off x="524256" y="516804"/>
            <a:ext cx="6594189" cy="1625210"/>
          </a:xfrm>
        </p:spPr>
        <p:txBody>
          <a:bodyPr vert="horz" lIns="91440" tIns="45720" rIns="91440" bIns="45720" rtlCol="0" anchor="ctr">
            <a:normAutofit/>
          </a:bodyPr>
          <a:lstStyle/>
          <a:p>
            <a:r>
              <a:rPr lang="en-US" kern="1200">
                <a:solidFill>
                  <a:srgbClr val="FFFFFF"/>
                </a:solidFill>
                <a:latin typeface="+mj-lt"/>
                <a:ea typeface="+mj-ea"/>
                <a:cs typeface="+mj-cs"/>
              </a:rPr>
              <a:t>Opening Screen</a:t>
            </a:r>
          </a:p>
        </p:txBody>
      </p:sp>
      <p:sp>
        <p:nvSpPr>
          <p:cNvPr id="22" name="Rectangle 21">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icture containing timeline&#10;&#10;Description automatically generated">
            <a:extLst>
              <a:ext uri="{FF2B5EF4-FFF2-40B4-BE49-F238E27FC236}">
                <a16:creationId xmlns:a16="http://schemas.microsoft.com/office/drawing/2014/main" id="{B6698EFC-A339-40D1-8B71-6A30EEE2B1D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462" r="6042" b="-3"/>
          <a:stretch/>
        </p:blipFill>
        <p:spPr>
          <a:xfrm>
            <a:off x="702381" y="2660287"/>
            <a:ext cx="6308635" cy="3646887"/>
          </a:xfrm>
          <a:prstGeom prst="rect">
            <a:avLst/>
          </a:prstGeom>
        </p:spPr>
      </p:pic>
      <p:sp>
        <p:nvSpPr>
          <p:cNvPr id="24" name="Rectangle 23">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B46454AF-F400-4B78-A98C-44BBCE4C1677}"/>
              </a:ext>
            </a:extLst>
          </p:cNvPr>
          <p:cNvSpPr txBox="1"/>
          <p:nvPr/>
        </p:nvSpPr>
        <p:spPr>
          <a:xfrm>
            <a:off x="8029319" y="917725"/>
            <a:ext cx="3424739" cy="48523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solidFill>
                  <a:srgbClr val="FFFFFF"/>
                </a:solidFill>
              </a:rPr>
              <a:t>The player will be greeted with a simple opening screen prompting the player to press the “start game” button.</a:t>
            </a:r>
          </a:p>
        </p:txBody>
      </p:sp>
    </p:spTree>
    <p:extLst>
      <p:ext uri="{BB962C8B-B14F-4D97-AF65-F5344CB8AC3E}">
        <p14:creationId xmlns:p14="http://schemas.microsoft.com/office/powerpoint/2010/main" val="84420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5586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8FEB29-9FE5-45C3-A04E-C5C08D76A858}"/>
              </a:ext>
            </a:extLst>
          </p:cNvPr>
          <p:cNvSpPr>
            <a:spLocks noGrp="1"/>
          </p:cNvSpPr>
          <p:nvPr>
            <p:ph type="title"/>
          </p:nvPr>
        </p:nvSpPr>
        <p:spPr>
          <a:xfrm>
            <a:off x="524256" y="516804"/>
            <a:ext cx="6594189" cy="1625210"/>
          </a:xfrm>
        </p:spPr>
        <p:txBody>
          <a:bodyPr vert="horz" lIns="91440" tIns="45720" rIns="91440" bIns="45720" rtlCol="0" anchor="ctr">
            <a:normAutofit/>
          </a:bodyPr>
          <a:lstStyle/>
          <a:p>
            <a:r>
              <a:rPr lang="en-US" kern="1200">
                <a:solidFill>
                  <a:srgbClr val="FFFFFF"/>
                </a:solidFill>
                <a:latin typeface="+mj-lt"/>
                <a:ea typeface="+mj-ea"/>
                <a:cs typeface="+mj-cs"/>
              </a:rPr>
              <a:t>Enter Username</a:t>
            </a:r>
          </a:p>
        </p:txBody>
      </p:sp>
      <p:sp>
        <p:nvSpPr>
          <p:cNvPr id="20" name="Rectangle 19">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10;&#10;Description automatically generated">
            <a:extLst>
              <a:ext uri="{FF2B5EF4-FFF2-40B4-BE49-F238E27FC236}">
                <a16:creationId xmlns:a16="http://schemas.microsoft.com/office/drawing/2014/main" id="{02B843A5-CCB2-42F9-8D2E-2CFEC6E8337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146" r="8359" b="-3"/>
          <a:stretch/>
        </p:blipFill>
        <p:spPr>
          <a:xfrm>
            <a:off x="702418" y="2660287"/>
            <a:ext cx="6308562" cy="3646887"/>
          </a:xfrm>
          <a:prstGeom prst="rect">
            <a:avLst/>
          </a:prstGeom>
        </p:spPr>
      </p:pic>
      <p:sp>
        <p:nvSpPr>
          <p:cNvPr id="22" name="Rectangle 2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CD242BA-9DDF-4BF3-BEE4-62C7EB98C26F}"/>
              </a:ext>
            </a:extLst>
          </p:cNvPr>
          <p:cNvSpPr txBox="1"/>
          <p:nvPr/>
        </p:nvSpPr>
        <p:spPr>
          <a:xfrm>
            <a:off x="8029319" y="917725"/>
            <a:ext cx="3424739" cy="48523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solidFill>
                  <a:srgbClr val="FFFFFF"/>
                </a:solidFill>
              </a:rPr>
              <a:t>This is the next screen and will ask the player to input the name they want to be addressed by</a:t>
            </a:r>
          </a:p>
          <a:p>
            <a:pPr indent="-228600">
              <a:lnSpc>
                <a:spcPct val="90000"/>
              </a:lnSpc>
              <a:spcAft>
                <a:spcPts val="600"/>
              </a:spcAft>
              <a:buFont typeface="Arial" panose="020B0604020202020204" pitchFamily="34" charset="0"/>
              <a:buChar char="•"/>
            </a:pPr>
            <a:endParaRPr lang="en-US" sz="2000">
              <a:solidFill>
                <a:srgbClr val="FFFFFF"/>
              </a:solidFill>
            </a:endParaRPr>
          </a:p>
          <a:p>
            <a:pPr indent="-228600">
              <a:lnSpc>
                <a:spcPct val="90000"/>
              </a:lnSpc>
              <a:spcAft>
                <a:spcPts val="600"/>
              </a:spcAft>
              <a:buFont typeface="Arial" panose="020B0604020202020204" pitchFamily="34" charset="0"/>
              <a:buChar char="•"/>
            </a:pPr>
            <a:endParaRPr lang="en-US" sz="2000">
              <a:solidFill>
                <a:srgbClr val="FFFFFF"/>
              </a:solidFill>
            </a:endParaRPr>
          </a:p>
          <a:p>
            <a:pPr indent="-228600">
              <a:lnSpc>
                <a:spcPct val="90000"/>
              </a:lnSpc>
              <a:spcAft>
                <a:spcPts val="600"/>
              </a:spcAft>
              <a:buFont typeface="Arial" panose="020B0604020202020204" pitchFamily="34" charset="0"/>
              <a:buChar char="•"/>
            </a:pPr>
            <a:endParaRPr lang="en-US" sz="2000">
              <a:solidFill>
                <a:srgbClr val="FFFFFF"/>
              </a:solidFill>
            </a:endParaRPr>
          </a:p>
          <a:p>
            <a:pPr indent="-228600">
              <a:lnSpc>
                <a:spcPct val="90000"/>
              </a:lnSpc>
              <a:spcAft>
                <a:spcPts val="600"/>
              </a:spcAft>
              <a:buFont typeface="Arial" panose="020B0604020202020204" pitchFamily="34" charset="0"/>
              <a:buChar char="•"/>
            </a:pPr>
            <a:endParaRPr lang="en-US" sz="2000">
              <a:solidFill>
                <a:srgbClr val="FFFFFF"/>
              </a:solidFill>
            </a:endParaRPr>
          </a:p>
        </p:txBody>
      </p:sp>
    </p:spTree>
    <p:extLst>
      <p:ext uri="{BB962C8B-B14F-4D97-AF65-F5344CB8AC3E}">
        <p14:creationId xmlns:p14="http://schemas.microsoft.com/office/powerpoint/2010/main" val="3487683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E0BE7D8-D310-4EFB-AF8D-5790AF03042F}"/>
              </a:ext>
            </a:extLst>
          </p:cNvPr>
          <p:cNvSpPr>
            <a:spLocks noGrp="1"/>
          </p:cNvSpPr>
          <p:nvPr>
            <p:ph type="title"/>
          </p:nvPr>
        </p:nvSpPr>
        <p:spPr>
          <a:xfrm>
            <a:off x="524256" y="516804"/>
            <a:ext cx="6594189" cy="1625210"/>
          </a:xfrm>
        </p:spPr>
        <p:txBody>
          <a:bodyPr vert="horz" lIns="91440" tIns="45720" rIns="91440" bIns="45720" rtlCol="0" anchor="ctr">
            <a:normAutofit/>
          </a:bodyPr>
          <a:lstStyle/>
          <a:p>
            <a:r>
              <a:rPr lang="en-US" kern="1200">
                <a:solidFill>
                  <a:srgbClr val="FFFFFF"/>
                </a:solidFill>
                <a:latin typeface="+mj-lt"/>
                <a:ea typeface="+mj-ea"/>
                <a:cs typeface="+mj-cs"/>
              </a:rPr>
              <a:t>Round one Battle Screen</a:t>
            </a:r>
          </a:p>
        </p:txBody>
      </p:sp>
      <p:sp>
        <p:nvSpPr>
          <p:cNvPr id="25" name="Rectangle 24">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screenshot of a video game&#10;&#10;Description automatically generated with medium confidence">
            <a:extLst>
              <a:ext uri="{FF2B5EF4-FFF2-40B4-BE49-F238E27FC236}">
                <a16:creationId xmlns:a16="http://schemas.microsoft.com/office/drawing/2014/main" id="{863C7364-1280-4E8F-BA14-6D9924403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27" name="Rectangle 26">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055E3C2A-1A32-452F-84A5-C5A13BAC4073}"/>
              </a:ext>
            </a:extLst>
          </p:cNvPr>
          <p:cNvSpPr txBox="1"/>
          <p:nvPr/>
        </p:nvSpPr>
        <p:spPr>
          <a:xfrm>
            <a:off x="8029319" y="917725"/>
            <a:ext cx="3424739" cy="48523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solidFill>
                  <a:srgbClr val="FFFFFF"/>
                </a:solidFill>
              </a:rPr>
              <a:t>Round one enemy is an Orc. The player will be able to choose between attacking the orc , shielding against its attack or heal.</a:t>
            </a:r>
          </a:p>
          <a:p>
            <a:pPr indent="-228600">
              <a:lnSpc>
                <a:spcPct val="90000"/>
              </a:lnSpc>
              <a:spcAft>
                <a:spcPts val="600"/>
              </a:spcAft>
              <a:buFont typeface="Arial" panose="020B0604020202020204" pitchFamily="34" charset="0"/>
              <a:buChar char="•"/>
            </a:pPr>
            <a:endParaRPr lang="en-US" sz="2000">
              <a:solidFill>
                <a:srgbClr val="FFFFFF"/>
              </a:solidFill>
            </a:endParaRPr>
          </a:p>
          <a:p>
            <a:pPr indent="-228600">
              <a:lnSpc>
                <a:spcPct val="90000"/>
              </a:lnSpc>
              <a:spcAft>
                <a:spcPts val="600"/>
              </a:spcAft>
              <a:buFont typeface="Arial" panose="020B0604020202020204" pitchFamily="34" charset="0"/>
              <a:buChar char="•"/>
            </a:pPr>
            <a:r>
              <a:rPr lang="en-US" sz="2000">
                <a:solidFill>
                  <a:srgbClr val="FFFFFF"/>
                </a:solidFill>
              </a:rPr>
              <a:t>As the players health is full , he decided to take a risk and attack.</a:t>
            </a:r>
          </a:p>
        </p:txBody>
      </p:sp>
    </p:spTree>
    <p:extLst>
      <p:ext uri="{BB962C8B-B14F-4D97-AF65-F5344CB8AC3E}">
        <p14:creationId xmlns:p14="http://schemas.microsoft.com/office/powerpoint/2010/main" val="2816726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423BE9-4C12-40B9-9686-67AF13497EFF}"/>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Round one Battle Screen</a:t>
            </a:r>
          </a:p>
        </p:txBody>
      </p:sp>
      <p:sp>
        <p:nvSpPr>
          <p:cNvPr id="39" name="Rectangle 38">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video game&#10;&#10;Description automatically generated with medium confidence">
            <a:extLst>
              <a:ext uri="{FF2B5EF4-FFF2-40B4-BE49-F238E27FC236}">
                <a16:creationId xmlns:a16="http://schemas.microsoft.com/office/drawing/2014/main" id="{1A1DF6AD-3C3F-458E-9525-DB1B58A72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41" name="Rectangle 4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Content Placeholder 8">
            <a:extLst>
              <a:ext uri="{FF2B5EF4-FFF2-40B4-BE49-F238E27FC236}">
                <a16:creationId xmlns:a16="http://schemas.microsoft.com/office/drawing/2014/main" id="{1F5EADA9-EE87-4CFC-A222-7CC831C522AA}"/>
              </a:ext>
            </a:extLst>
          </p:cNvPr>
          <p:cNvSpPr>
            <a:spLocks noGrp="1"/>
          </p:cNvSpPr>
          <p:nvPr>
            <p:ph idx="1"/>
          </p:nvPr>
        </p:nvSpPr>
        <p:spPr>
          <a:xfrm>
            <a:off x="8029319" y="917725"/>
            <a:ext cx="3424739" cy="4852362"/>
          </a:xfrm>
        </p:spPr>
        <p:txBody>
          <a:bodyPr anchor="ctr">
            <a:normAutofit/>
          </a:bodyPr>
          <a:lstStyle/>
          <a:p>
            <a:pPr marL="0" indent="0">
              <a:buNone/>
            </a:pPr>
            <a:r>
              <a:rPr lang="en-US" sz="2000" dirty="0">
                <a:solidFill>
                  <a:srgbClr val="FFFFFF"/>
                </a:solidFill>
              </a:rPr>
              <a:t>The player deals damage to the orc.</a:t>
            </a:r>
          </a:p>
        </p:txBody>
      </p:sp>
    </p:spTree>
    <p:extLst>
      <p:ext uri="{BB962C8B-B14F-4D97-AF65-F5344CB8AC3E}">
        <p14:creationId xmlns:p14="http://schemas.microsoft.com/office/powerpoint/2010/main" val="235009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867357-62CA-445A-95ED-649BAA381C3B}"/>
              </a:ext>
            </a:extLst>
          </p:cNvPr>
          <p:cNvSpPr>
            <a:spLocks noGrp="1"/>
          </p:cNvSpPr>
          <p:nvPr>
            <p:ph type="title"/>
          </p:nvPr>
        </p:nvSpPr>
        <p:spPr>
          <a:xfrm>
            <a:off x="524256" y="516804"/>
            <a:ext cx="6594189" cy="1625210"/>
          </a:xfrm>
        </p:spPr>
        <p:txBody>
          <a:bodyPr>
            <a:normAutofit/>
          </a:bodyPr>
          <a:lstStyle/>
          <a:p>
            <a:r>
              <a:rPr lang="en-IE">
                <a:solidFill>
                  <a:srgbClr val="FFFFFF"/>
                </a:solidFill>
              </a:rPr>
              <a:t>Round one Battle Screen</a:t>
            </a:r>
          </a:p>
        </p:txBody>
      </p:sp>
      <p:sp>
        <p:nvSpPr>
          <p:cNvPr id="14" name="Rectangle 13">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Description automatically generated with medium confidence">
            <a:extLst>
              <a:ext uri="{FF2B5EF4-FFF2-40B4-BE49-F238E27FC236}">
                <a16:creationId xmlns:a16="http://schemas.microsoft.com/office/drawing/2014/main" id="{615BA29B-C94E-45DA-8365-9ADD1579F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16" name="Rectangle 15">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DE78C248-13D0-4EB4-B5C2-52B035BD53FB}"/>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orc attacks the player, and the player loses health.</a:t>
            </a:r>
          </a:p>
        </p:txBody>
      </p:sp>
    </p:spTree>
    <p:extLst>
      <p:ext uri="{BB962C8B-B14F-4D97-AF65-F5344CB8AC3E}">
        <p14:creationId xmlns:p14="http://schemas.microsoft.com/office/powerpoint/2010/main" val="350392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1B6BC3-6380-4B12-A4FC-413F63014180}"/>
              </a:ext>
            </a:extLst>
          </p:cNvPr>
          <p:cNvSpPr>
            <a:spLocks noGrp="1"/>
          </p:cNvSpPr>
          <p:nvPr>
            <p:ph type="title"/>
          </p:nvPr>
        </p:nvSpPr>
        <p:spPr>
          <a:xfrm>
            <a:off x="524256" y="516804"/>
            <a:ext cx="6594189" cy="1625210"/>
          </a:xfrm>
        </p:spPr>
        <p:txBody>
          <a:bodyPr>
            <a:normAutofit/>
          </a:bodyPr>
          <a:lstStyle/>
          <a:p>
            <a:r>
              <a:rPr lang="en-IE">
                <a:solidFill>
                  <a:srgbClr val="FFFFFF"/>
                </a:solidFill>
              </a:rPr>
              <a:t>Round one Battle Screen</a:t>
            </a:r>
          </a:p>
        </p:txBody>
      </p:sp>
      <p:sp>
        <p:nvSpPr>
          <p:cNvPr id="18" name="Rectangle 17">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video game&#10;&#10;Description automatically generated with medium confidence">
            <a:extLst>
              <a:ext uri="{FF2B5EF4-FFF2-40B4-BE49-F238E27FC236}">
                <a16:creationId xmlns:a16="http://schemas.microsoft.com/office/drawing/2014/main" id="{3E0F6326-8980-4D51-AE10-48F409CDF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20" name="Rectangle 19">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21DE0ECC-7305-4FA3-8F2D-CCBBB5556945}"/>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players uses the heal ability and is restored to full health.</a:t>
            </a:r>
          </a:p>
        </p:txBody>
      </p:sp>
    </p:spTree>
    <p:extLst>
      <p:ext uri="{BB962C8B-B14F-4D97-AF65-F5344CB8AC3E}">
        <p14:creationId xmlns:p14="http://schemas.microsoft.com/office/powerpoint/2010/main" val="2561518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1B6BC3-6380-4B12-A4FC-413F63014180}"/>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Round one Battle Screen</a:t>
            </a:r>
          </a:p>
        </p:txBody>
      </p:sp>
      <p:sp>
        <p:nvSpPr>
          <p:cNvPr id="18" name="Rectangle 17">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video game&#10;&#10;Description automatically generated with medium confidence">
            <a:extLst>
              <a:ext uri="{FF2B5EF4-FFF2-40B4-BE49-F238E27FC236}">
                <a16:creationId xmlns:a16="http://schemas.microsoft.com/office/drawing/2014/main" id="{3E0F6326-8980-4D51-AE10-48F409CDF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20" name="Rectangle 19">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21DE0ECC-7305-4FA3-8F2D-CCBBB5556945}"/>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orc shielded. (gameplay unaffected)</a:t>
            </a:r>
          </a:p>
        </p:txBody>
      </p:sp>
    </p:spTree>
    <p:extLst>
      <p:ext uri="{BB962C8B-B14F-4D97-AF65-F5344CB8AC3E}">
        <p14:creationId xmlns:p14="http://schemas.microsoft.com/office/powerpoint/2010/main" val="4171516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20132DD-99A4-4C3C-A3F5-C01E1678D240}"/>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Round one Battle Screen</a:t>
            </a:r>
          </a:p>
        </p:txBody>
      </p:sp>
      <p:sp>
        <p:nvSpPr>
          <p:cNvPr id="14" name="Rectangle 13">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Description automatically generated with medium confidence">
            <a:extLst>
              <a:ext uri="{FF2B5EF4-FFF2-40B4-BE49-F238E27FC236}">
                <a16:creationId xmlns:a16="http://schemas.microsoft.com/office/drawing/2014/main" id="{3E9C9843-33CA-4A2C-B6E8-541893A5D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16" name="Rectangle 15">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065321A1-8FA4-407E-98B5-7908ECDFD54F}"/>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 chose to attack again. It was a critical hit, and the orc is destroyed.</a:t>
            </a:r>
          </a:p>
        </p:txBody>
      </p:sp>
    </p:spTree>
    <p:extLst>
      <p:ext uri="{BB962C8B-B14F-4D97-AF65-F5344CB8AC3E}">
        <p14:creationId xmlns:p14="http://schemas.microsoft.com/office/powerpoint/2010/main" val="2700759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903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D08FC1-C1B9-4F7A-AE8E-7818E6DE3A5D}"/>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Round one Battle Screen</a:t>
            </a:r>
            <a:endParaRPr lang="en-IE">
              <a:solidFill>
                <a:srgbClr val="FFFFFF"/>
              </a:solidFill>
            </a:endParaRPr>
          </a:p>
        </p:txBody>
      </p:sp>
      <p:sp>
        <p:nvSpPr>
          <p:cNvPr id="25" name="Rectangle 24">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Graphical user interface, diagram&#10;&#10;Description automatically generated">
            <a:extLst>
              <a:ext uri="{FF2B5EF4-FFF2-40B4-BE49-F238E27FC236}">
                <a16:creationId xmlns:a16="http://schemas.microsoft.com/office/drawing/2014/main" id="{E0DE7967-DAA3-429B-BF68-56DFAC2BA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27" name="Rectangle 26">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Content Placeholder 19">
            <a:extLst>
              <a:ext uri="{FF2B5EF4-FFF2-40B4-BE49-F238E27FC236}">
                <a16:creationId xmlns:a16="http://schemas.microsoft.com/office/drawing/2014/main" id="{37A8E97C-0E99-4B80-B383-BF5FEBF6401D}"/>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 Got 11 Coins from defeating the first-round enemy.</a:t>
            </a:r>
          </a:p>
          <a:p>
            <a:r>
              <a:rPr lang="en-US" sz="2000" dirty="0">
                <a:solidFill>
                  <a:srgbClr val="FFFFFF"/>
                </a:solidFill>
              </a:rPr>
              <a:t>The player chooses to go to the shop before starting the next round</a:t>
            </a:r>
          </a:p>
        </p:txBody>
      </p:sp>
    </p:spTree>
    <p:extLst>
      <p:ext uri="{BB962C8B-B14F-4D97-AF65-F5344CB8AC3E}">
        <p14:creationId xmlns:p14="http://schemas.microsoft.com/office/powerpoint/2010/main" val="1120706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3746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B0EAC5-A121-4893-A2FC-70038CF34A09}"/>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Shop UI</a:t>
            </a:r>
          </a:p>
        </p:txBody>
      </p:sp>
      <p:sp>
        <p:nvSpPr>
          <p:cNvPr id="14" name="Rectangle 13">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website&#10;&#10;Description automatically generated">
            <a:extLst>
              <a:ext uri="{FF2B5EF4-FFF2-40B4-BE49-F238E27FC236}">
                <a16:creationId xmlns:a16="http://schemas.microsoft.com/office/drawing/2014/main" id="{312C8939-320B-4B66-BCB9-60110258A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16" name="Rectangle 15">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9CBFE4D6-775C-42BF-A51A-66BCAFD6393D}"/>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 has 11 coins in total</a:t>
            </a:r>
          </a:p>
          <a:p>
            <a:r>
              <a:rPr lang="en-US" sz="2000" dirty="0">
                <a:solidFill>
                  <a:srgbClr val="FFFFFF"/>
                </a:solidFill>
              </a:rPr>
              <a:t>The player can upgrade all the abilities , first upgrade costs 5 coins.</a:t>
            </a:r>
          </a:p>
        </p:txBody>
      </p:sp>
    </p:spTree>
    <p:extLst>
      <p:ext uri="{BB962C8B-B14F-4D97-AF65-F5344CB8AC3E}">
        <p14:creationId xmlns:p14="http://schemas.microsoft.com/office/powerpoint/2010/main" val="4025118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3746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DCC455-2200-4E5D-A02E-3D60FDDD6F48}"/>
              </a:ext>
            </a:extLst>
          </p:cNvPr>
          <p:cNvSpPr>
            <a:spLocks noGrp="1"/>
          </p:cNvSpPr>
          <p:nvPr>
            <p:ph type="title"/>
          </p:nvPr>
        </p:nvSpPr>
        <p:spPr>
          <a:xfrm>
            <a:off x="524256" y="516804"/>
            <a:ext cx="6594189" cy="1625210"/>
          </a:xfrm>
        </p:spPr>
        <p:txBody>
          <a:bodyPr>
            <a:normAutofit/>
          </a:bodyPr>
          <a:lstStyle/>
          <a:p>
            <a:r>
              <a:rPr lang="en-IE" dirty="0">
                <a:solidFill>
                  <a:srgbClr val="FFFFFF"/>
                </a:solidFill>
              </a:rPr>
              <a:t>Shop UI</a:t>
            </a:r>
          </a:p>
        </p:txBody>
      </p:sp>
      <p:sp>
        <p:nvSpPr>
          <p:cNvPr id="14" name="Rectangle 13">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10;&#10;Description automatically generated">
            <a:extLst>
              <a:ext uri="{FF2B5EF4-FFF2-40B4-BE49-F238E27FC236}">
                <a16:creationId xmlns:a16="http://schemas.microsoft.com/office/drawing/2014/main" id="{A71EC270-9C45-474B-B600-32DE5D849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16" name="Rectangle 15">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461BDF46-074D-43D3-A04D-B77B057BD0FF}"/>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 upgraded their shield ability to level 2 to mitigate more damage.</a:t>
            </a:r>
          </a:p>
          <a:p>
            <a:r>
              <a:rPr lang="en-US" sz="2000" dirty="0">
                <a:solidFill>
                  <a:srgbClr val="FFFFFF"/>
                </a:solidFill>
              </a:rPr>
              <a:t>The player has now 6 coins left in total and the next upgrade for the shield is 10 coins.</a:t>
            </a:r>
          </a:p>
          <a:p>
            <a:r>
              <a:rPr lang="en-US" sz="2000" dirty="0">
                <a:solidFill>
                  <a:srgbClr val="FFFFFF"/>
                </a:solidFill>
              </a:rPr>
              <a:t>Player pressed the ‘Next Round’ Banner.</a:t>
            </a:r>
          </a:p>
        </p:txBody>
      </p:sp>
    </p:spTree>
    <p:extLst>
      <p:ext uri="{BB962C8B-B14F-4D97-AF65-F5344CB8AC3E}">
        <p14:creationId xmlns:p14="http://schemas.microsoft.com/office/powerpoint/2010/main" val="3292661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4E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F15B7F0-1A1D-496D-A620-C87209900B40}"/>
              </a:ext>
            </a:extLst>
          </p:cNvPr>
          <p:cNvSpPr>
            <a:spLocks noGrp="1"/>
          </p:cNvSpPr>
          <p:nvPr>
            <p:ph type="title"/>
          </p:nvPr>
        </p:nvSpPr>
        <p:spPr>
          <a:xfrm>
            <a:off x="524256" y="516804"/>
            <a:ext cx="6594189" cy="1625210"/>
          </a:xfrm>
        </p:spPr>
        <p:txBody>
          <a:bodyPr>
            <a:normAutofit/>
          </a:bodyPr>
          <a:lstStyle/>
          <a:p>
            <a:r>
              <a:rPr lang="en-IE">
                <a:solidFill>
                  <a:srgbClr val="FFFFFF"/>
                </a:solidFill>
              </a:rPr>
              <a:t>Round 2</a:t>
            </a:r>
          </a:p>
        </p:txBody>
      </p:sp>
      <p:sp>
        <p:nvSpPr>
          <p:cNvPr id="14" name="Rectangle 13">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432305"/>
            <a:ext cx="7056669"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Description automatically generated with medium confidence">
            <a:extLst>
              <a:ext uri="{FF2B5EF4-FFF2-40B4-BE49-F238E27FC236}">
                <a16:creationId xmlns:a16="http://schemas.microsoft.com/office/drawing/2014/main" id="{21F74D5B-DD82-4F2A-AC54-2410A5F71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44" y="2838753"/>
            <a:ext cx="6579910" cy="3289955"/>
          </a:xfrm>
          <a:prstGeom prst="rect">
            <a:avLst/>
          </a:prstGeom>
        </p:spPr>
      </p:pic>
      <p:sp>
        <p:nvSpPr>
          <p:cNvPr id="16" name="Rectangle 15">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CE7262F3-BB93-4D7D-AC00-577499FFEE46}"/>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The player is now in round 2.</a:t>
            </a:r>
          </a:p>
        </p:txBody>
      </p:sp>
    </p:spTree>
    <p:extLst>
      <p:ext uri="{BB962C8B-B14F-4D97-AF65-F5344CB8AC3E}">
        <p14:creationId xmlns:p14="http://schemas.microsoft.com/office/powerpoint/2010/main" val="2871997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etal tic-tac-toe game pieces">
            <a:extLst>
              <a:ext uri="{FF2B5EF4-FFF2-40B4-BE49-F238E27FC236}">
                <a16:creationId xmlns:a16="http://schemas.microsoft.com/office/drawing/2014/main" id="{400ADD1F-8373-4F2A-BD51-3F12BAA3431C}"/>
              </a:ext>
            </a:extLst>
          </p:cNvPr>
          <p:cNvPicPr>
            <a:picLocks noChangeAspect="1"/>
          </p:cNvPicPr>
          <p:nvPr/>
        </p:nvPicPr>
        <p:blipFill rotWithShape="1">
          <a:blip r:embed="rId2">
            <a:alphaModFix amt="50000"/>
          </a:blip>
          <a:srcRect t="19239" b="5761"/>
          <a:stretch/>
        </p:blipFill>
        <p:spPr>
          <a:xfrm>
            <a:off x="20" y="1"/>
            <a:ext cx="12191980" cy="6857999"/>
          </a:xfrm>
          <a:prstGeom prst="rect">
            <a:avLst/>
          </a:prstGeom>
        </p:spPr>
      </p:pic>
      <p:sp>
        <p:nvSpPr>
          <p:cNvPr id="2" name="Title 1">
            <a:extLst>
              <a:ext uri="{FF2B5EF4-FFF2-40B4-BE49-F238E27FC236}">
                <a16:creationId xmlns:a16="http://schemas.microsoft.com/office/drawing/2014/main" id="{6D61295F-B331-4EF5-9A5A-E2746BA180CE}"/>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Finish</a:t>
            </a:r>
          </a:p>
        </p:txBody>
      </p:sp>
      <p:sp>
        <p:nvSpPr>
          <p:cNvPr id="3" name="Content Placeholder 2">
            <a:extLst>
              <a:ext uri="{FF2B5EF4-FFF2-40B4-BE49-F238E27FC236}">
                <a16:creationId xmlns:a16="http://schemas.microsoft.com/office/drawing/2014/main" id="{4489407E-0D35-4F90-A518-641EF58A2E72}"/>
              </a:ext>
            </a:extLst>
          </p:cNvPr>
          <p:cNvSpPr>
            <a:spLocks noGrp="1"/>
          </p:cNvSpPr>
          <p:nvPr>
            <p:ph idx="1"/>
          </p:nvPr>
        </p:nvSpPr>
        <p:spPr>
          <a:xfrm>
            <a:off x="1524000" y="4159404"/>
            <a:ext cx="9144000" cy="1098395"/>
          </a:xfrm>
        </p:spPr>
        <p:txBody>
          <a:bodyPr vert="horz" lIns="91440" tIns="45720" rIns="91440" bIns="45720" rtlCol="0">
            <a:normAutofit/>
          </a:bodyPr>
          <a:lstStyle/>
          <a:p>
            <a:pPr marL="0" indent="0" algn="ctr">
              <a:buNone/>
            </a:pPr>
            <a:r>
              <a:rPr lang="en-US" sz="2400" dirty="0">
                <a:solidFill>
                  <a:srgbClr val="FFFFFF"/>
                </a:solidFill>
              </a:rPr>
              <a:t>That is the core game loop and mock layout of the User Interface in the game.</a:t>
            </a:r>
          </a:p>
        </p:txBody>
      </p:sp>
    </p:spTree>
    <p:extLst>
      <p:ext uri="{BB962C8B-B14F-4D97-AF65-F5344CB8AC3E}">
        <p14:creationId xmlns:p14="http://schemas.microsoft.com/office/powerpoint/2010/main" val="84436083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364</Words>
  <Application>Microsoft Office PowerPoint</Application>
  <PresentationFormat>Widescreen</PresentationFormat>
  <Paragraphs>39</Paragraphs>
  <Slides>15</Slides>
  <Notes>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UI-Programming Project</vt:lpstr>
      <vt:lpstr>Short Description</vt:lpstr>
      <vt:lpstr>Opening Screen</vt:lpstr>
      <vt:lpstr>Enter Username</vt:lpstr>
      <vt:lpstr>Round one Battle Screen</vt:lpstr>
      <vt:lpstr>Round one Battle Screen</vt:lpstr>
      <vt:lpstr>Round one Battle Screen</vt:lpstr>
      <vt:lpstr>Round one Battle Screen</vt:lpstr>
      <vt:lpstr>Round one Battle Screen</vt:lpstr>
      <vt:lpstr>Round one Battle Screen</vt:lpstr>
      <vt:lpstr>Round one Battle Screen</vt:lpstr>
      <vt:lpstr>Shop UI</vt:lpstr>
      <vt:lpstr>Shop UI</vt:lpstr>
      <vt:lpstr>Round 2</vt:lpstr>
      <vt:lpstr>Finish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UI-Programming Project</dc:title>
  <dc:creator>(Student) - Rauls Bergs</dc:creator>
  <cp:lastModifiedBy>Roogals</cp:lastModifiedBy>
  <cp:revision>10</cp:revision>
  <dcterms:created xsi:type="dcterms:W3CDTF">2021-03-15T18:40:49Z</dcterms:created>
  <dcterms:modified xsi:type="dcterms:W3CDTF">2021-03-16T09:32:26Z</dcterms:modified>
</cp:coreProperties>
</file>